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(0:00–0:20). Diga o nome do projeto e a proposta em uma frase: classificar abstracts médicos e servir o modelo via API de apoio à triagem.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(0:20–0:35). Avise STAR e que o foco é produto + operação, não só 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 (0:35–1:15). Enfatize volume de abstracts e que isto não é diagnóstico autônomo.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Dados (1:15–1:40). Destaque o desbalanceamento: classe 5 ~33% e digestive ~10%. Por isso F1 macro, não só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(1:40–2:10). Recorte: MVP ponta a ponta, não o melhor paper de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Arquitetura (2:10–2:45). Mostre o mapa MLOps e seja honesto: o caminho real é src/ + tests/test_api.py.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(2:45–3:20). Justifique baseline: interpretável, barato e suficiente para o MVP da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(3:20–3:50). Cite o exemplo de dor no peito: útil para falar de baixa confiança e classe genérica.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MLOps (3:50–4:15). Destaque o alinhamento 3.12. O que falta é Grafana/orquestração, não a esteira básica.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(4:15–4:40). Celebre o E2E e não esconda o F1. Credibilidade &gt;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passos (4:40–4:55). Se faltar tempo, fale só modelo +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(4:55–5:00). Convide perguntas sobre modelo, API ou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989320"/>
            <a:ext cx="12191695" cy="868680"/>
          </a:xfrm>
          <a:prstGeom prst="rect">
            <a:avLst/>
          </a:prstGeom>
          <a:solidFill>
            <a:srgbClr val="12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A6A6"/>
                </a:solidFill>
                <a:latin typeface="Calibri"/>
              </a:rPr>
              <a:t>TECH CHALLENGE  ·  NLP +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Med-Triage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6E4"/>
                </a:solidFill>
                <a:latin typeface="Calibri"/>
              </a:rPr>
              <a:t>API de classificação de abstracts médicos em cinco categorias clínicas,
com pipeline TF-IDF + regressão logística, Docker e CI/CD.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B84A"/>
                </a:solidFill>
                <a:latin typeface="Calibri"/>
              </a:rPr>
              <a:t>Análise de projeto  ·  Apresentação no modelo STAR  ·  até 5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5D6"/>
                </a:solidFill>
                <a:latin typeface="Calibri"/>
              </a:rPr>
              <a:t>Medical Abstracts TC Corpus  ·  FastAPI  ·  scikit-learn  ·  Prometheus  · 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ROTEIRO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Apresentação no modelo 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Até 5 minutos  ·  Situation, Task, Action,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26517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65176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A6A6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A4A5C"/>
                </a:solidFill>
                <a:latin typeface="Calibri"/>
              </a:rPr>
              <a:t>O volume de literatura biomédica e o corpus de 5 classes.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965960"/>
            <a:ext cx="26517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65960"/>
            <a:ext cx="265176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A6A6"/>
                </a:solidFill>
                <a:latin typeface="Calibri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794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A4A5C"/>
                </a:solidFill>
                <a:latin typeface="Calibri"/>
              </a:rPr>
              <a:t>Classificar, avaliar e servir um MVP operacional.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65960"/>
            <a:ext cx="26517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65960"/>
            <a:ext cx="265176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A6A6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A4A5C"/>
                </a:solidFill>
                <a:latin typeface="Calibri"/>
              </a:rPr>
              <a:t>Arquitetura, modelo, API, testes e esteira.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965960"/>
            <a:ext cx="26517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965960"/>
            <a:ext cx="265176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0574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A6A6"/>
                </a:solidFill>
                <a:latin typeface="Calibri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794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A4A5C"/>
                </a:solidFill>
                <a:latin typeface="Calibri"/>
              </a:rPr>
              <a:t>Métricas reais, o que funciona e o próximo salto.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Por que classificar abstracts médicos?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Contexto clínico e de produto — apoio à triagem, não diagnóstico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73152" cy="429768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O cenário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 literatura biomédica cresce mais rápido do que equipes conseguem ler.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Abstracts descrevem a condição do paciente e precisam de um primeiro filtro.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Cinco grupos clínicos recorrem com frequência em papers e prontuários.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Um classificador assistivo padroniza a triagem inicial de texto.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O valor só aparece se o modelo chegar em produção: API, testes e métricas.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55321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74519"/>
            <a:ext cx="73152" cy="429768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984247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Cinco classes-alvo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1  Neoplasms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2  Digestive system diseases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3  Nervous system diseases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4  Cardiovascular diseases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5  General pathological conditions (classe majoritária)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 dados: Medical Abstracts TC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11.550 treino  ·  2.888 teste  ·  0 nulos  ·  0 duplicados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A6A6"/>
                </a:solidFill>
                <a:latin typeface="Calibri"/>
              </a:rPr>
              <a:t>11.550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amostras de treino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74519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A6A6"/>
                </a:solidFill>
                <a:latin typeface="Calibri"/>
              </a:rPr>
              <a:t>2.888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amostras de teste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A6A6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classes clínicas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74519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965960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A6A6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nulos / duplicados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329184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Classe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3474720"/>
            <a:ext cx="15544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2" y="35112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Treino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3474720"/>
            <a:ext cx="15544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6672" y="35112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Teste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474720"/>
            <a:ext cx="155448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35112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474720"/>
            <a:ext cx="1645920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35112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% treino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58768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895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Neoplasms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85876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2" y="38953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2.530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85876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38953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633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85876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38953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3.163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858768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38953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21,9%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42816"/>
            <a:ext cx="329184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Digestive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4242816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22192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1.195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242816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6672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299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242816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1152" y="42793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1.494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4242816"/>
            <a:ext cx="164592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5632" y="4279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10,3%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626864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Nervous system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0" y="462686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2219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1.540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462686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667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385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462686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31152" y="4663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1.925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4626864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5632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13,3%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010912"/>
            <a:ext cx="329184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5047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Cardiovascular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40" y="5010912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22192" y="5047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2.441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5010912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76672" y="5047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610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5010912"/>
            <a:ext cx="155448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31152" y="50474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3.051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5010912"/>
            <a:ext cx="1645920" cy="384048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85632" y="50474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21,1%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39496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5431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General pathological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49040" y="5394960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22192" y="5431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3.844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0" y="5394960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76672" y="5431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961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58000" y="5394960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31152" y="5431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4.805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5394960"/>
            <a:ext cx="1645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85632" y="5431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A5C"/>
                </a:solidFill>
                <a:latin typeface="Calibri"/>
              </a:rPr>
              <a:t>33,3%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precisava ser entregue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Do CSV bruto até um serviço observável e reproduzível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051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30551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6A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39111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Explorar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04871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Volume, colunas, nulos, duplicados e distribuição das classes.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0087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90087"/>
            <a:ext cx="1051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461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6A6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5467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Treinar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2043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Baseline NLP clássico, métricas no hold-out oficial e artefato joblib.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05655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05655"/>
            <a:ext cx="1051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61687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6A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70247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Servir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36007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API REST com contrato, saúde, confiança e flag de baixa confiança.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3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3"/>
            <a:ext cx="1051560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77255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A6A6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385815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Operar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751575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A5C"/>
                </a:solidFill>
                <a:latin typeface="Calibri"/>
              </a:rPr>
              <a:t>Python 3.12, Docker, pytest, Ruff, CI/CD e métricas Prometheus.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Arquitetura do repositório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Código vivo em src/  ·  dados em data/raw  ·  artefato em models/baseline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148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21488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data/raw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CSVs train, test
e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20240"/>
            <a:ext cx="2148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920240"/>
            <a:ext cx="21488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9933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src/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146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loader, TF-IDF,
treino e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920240"/>
            <a:ext cx="2148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920240"/>
            <a:ext cx="21488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9933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146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joblib + metrics.json
do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920240"/>
            <a:ext cx="2148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920240"/>
            <a:ext cx="21488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9933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146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contrato da API
7 testes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920240"/>
            <a:ext cx="21488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920240"/>
            <a:ext cx="21488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9933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5146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Ruff + pytest
imagem GHCR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73152" cy="219456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33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Implementado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src/data, features, training e api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scripts/eda.py, README, Makefile, .env.example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Dockerfile 3.12 + docker-compose da API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GitHub Actions: quality gate e push no GHCR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023360"/>
            <a:ext cx="5532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023360"/>
            <a:ext cx="73152" cy="219456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1330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Ainda esqueleto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monitoring/, airflow/ e notebooks/ vazios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Sem testes unitários do treino/loader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Prometheus no endpoint, sem Grafana no Compose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EDA ainda é script de print, não notebook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Pipeline de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Baseline clássico, balanceado, empacotado em um único joblib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148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pandas lê
medical_tc_*.csv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20240"/>
            <a:ext cx="2148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TF-IDF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8346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uni+bi, stop EN
sublinear_tf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920240"/>
            <a:ext cx="2148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LogReg balanced
max_iter=2000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920240"/>
            <a:ext cx="2148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8346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acc, P/R, F1 macro
matriz + 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920240"/>
            <a:ext cx="2148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377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Persist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8346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models.joblib
+ metrics.json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73152" cy="192024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40740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Decisões técnicas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Pipeline sklearn único: vetorizador e classificador viajam juntos no artefato.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create_vectorizer() em src/features/tfidf.py — ngram (1,2), min_df=2, max_df=0.95.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class_weight='balanced' para compensar a classe 5 (~33%) vs digestive (~10%).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F1 macro como norte; métricas gravadas em models/baseline/metrics.json.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de inferência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FastAPI + Pydantic + Prometheus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GET 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Redirect para /docs (Swagger)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79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632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89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Liveness e flag model_loaded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POST /predict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Texto → rótulo, nome, confiança, low_confidence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199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GET /metrics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3211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Contadores, latência e erros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874519"/>
            <a:ext cx="53492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874519"/>
            <a:ext cx="73152" cy="425196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984247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Contrato e operação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Request: { text } com min_length=1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Response: label, name, confidence, low_confidence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low_confidence = true se confiança &lt; 0,5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Nomes lidos de medical_tc_labels.csv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Validação 422 para payload vazio ou ausente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Histogram de latência em /predict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Fail-fast se o joblib não existir; MODEL_PATH opcional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Qualidade, container 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Runtime alinhado em Python 3.12 no projeto, CI e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73152" cy="429768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Qualidade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7 testes de contrato da API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Ruff no CI (target py312)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pytest via uv no workflow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Labels conferidos contra o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74519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874519"/>
            <a:ext cx="73152" cy="429768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98424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Container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Imagem python:3.12-slim + uv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Copia src/, modelo e labels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CMD uvicorn na porta 8000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Compose com restart e healthcheck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365760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74519"/>
            <a:ext cx="73152" cy="429768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Push em main → GHCR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Tag com SHA do commit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packages:write no job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Nome da imagem em lowercase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já está no 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Hold-out oficial  ·  último treino gravado em metrics.json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B7C8D"/>
                </a:solidFill>
                <a:latin typeface="Calibri"/>
              </a:rPr>
              <a:t>0,587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Accuracy no teste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74519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B84A"/>
                </a:solidFill>
                <a:latin typeface="Calibri"/>
              </a:rPr>
              <a:t>0,588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F1 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A6A6"/>
                </a:solidFill>
                <a:latin typeface="Calibri"/>
              </a:rPr>
              <a:t>0,629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Recall macro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74519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965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A86A"/>
                </a:solidFill>
                <a:latin typeface="Calibri"/>
              </a:rPr>
              <a:t>7/7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4A5C"/>
                </a:solidFill>
                <a:latin typeface="Calibri"/>
              </a:rPr>
              <a:t>Testes de contrato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73152" cy="256032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767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Entregue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Fluxo E2E: dado → treino → artefato → API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Contrato validado (200, 422, métricas, labels)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Observabilidade básica (Prometheus)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Docker, README, Makefile e CD no GHCR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657600"/>
            <a:ext cx="5532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657600"/>
            <a:ext cx="73152" cy="256032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37673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Limitações honestas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F1 ~0,59 ainda é baixo para triagem clínica real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Classe 5 continua absorvendo casos ambíguos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Confiança pode cair abaixo de 0,5 (flag existe)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3A4A5C"/>
                </a:solidFill>
                <a:latin typeface="Calibri"/>
              </a:rPr>
              <a:t>•  Grafana, Airflow e testes de treino ainda faltam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A6A6"/>
                </a:solidFill>
                <a:latin typeface="Calibri"/>
              </a:rPr>
              <a:t>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8D"/>
                </a:solidFill>
                <a:latin typeface="Calibri"/>
              </a:rPr>
              <a:t>Do MVP para um serviço mais confiável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82296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75687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84247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Subir o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13431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Embeddings biomédicos, SVM linear ou threshold por classe.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1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70631"/>
            <a:ext cx="82296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7179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8035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Fechar observabilidade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09543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Prometheus + Grafana no Compose; alertas de latência e erro.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66743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66743"/>
            <a:ext cx="82296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67911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76471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Testes de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05655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Unitários do loader/vectorizer e regressão de métricas no CI.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62855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62855"/>
            <a:ext cx="82296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64023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72583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Orquestração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01767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Job de retreino reproduzível (hoje o treino é script local).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58967"/>
            <a:ext cx="11247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458967"/>
            <a:ext cx="822960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0135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A6A6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568695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Governança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978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A5C"/>
                </a:solidFill>
                <a:latin typeface="Calibri"/>
              </a:rPr>
              <a:t>Disclaimer visível: apoio à triagem, não diagnóstico. Auditoria de erros.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C5D6"/>
                </a:solidFill>
                <a:latin typeface="Calibri"/>
              </a:rPr>
              <a:t>Med-Triage  ·  Classificação de abstracts médicos  ·  Tech Challenge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B84A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A6A6"/>
                </a:solidFill>
                <a:latin typeface="Calibri"/>
              </a:rPr>
              <a:t>RESULT  ·  MENSAGEM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Do corpus ao endpoint
em um único fluxo.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6E4"/>
                </a:solidFill>
                <a:latin typeface="Calibri"/>
              </a:rPr>
              <a:t>O Med-Triage classifica abstracts, devolve confiança e nasce com testes,
container e CD. O próximo salto é qualidade do modelo e observabilidade visual.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84A"/>
                </a:solidFill>
                <a:latin typeface="Calibri"/>
              </a:rPr>
              <a:t>Obrigado  ·  perguntas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